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CodeQL</dc:title>
  <dc:subject>Explanation on what CodeQL is, how it works, and how to use it effectively for static analysis.</dc:subject>
  <dc:creator>Daniel Soden</dc:creator>
  <cp:lastModifiedBy>Daniel Soden</cp:lastModifiedBy>
  <cp:revision>1</cp:revision>
  <dcterms:created xsi:type="dcterms:W3CDTF">2026-04-24T14:05:35Z</dcterms:created>
  <dcterms:modified xsi:type="dcterms:W3CDTF">2026-04-24T14:05:35Z</dcterms:modified>
</cp:coreProperties>
</file>